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IBM Plex Sans Medium" panose="020B0603050203000203" pitchFamily="34" charset="0"/>
      <p:regular r:id="rId9"/>
    </p:embeddedFont>
    <p:embeddedFont>
      <p:font typeface="Roboto" panose="02000000000000000000" pitchFamily="2" charset="0"/>
      <p:regular r:id="rId10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03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PizzaKing — Uralkodó ízek, fejedelmi kiszolgálás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Készítette: Szakály Bálint, Katona-Tóth Márton</a:t>
            </a:r>
            <a:endParaRPr lang="en-US" sz="1750" dirty="0"/>
          </a:p>
        </p:txBody>
      </p:sp>
      <p:pic>
        <p:nvPicPr>
          <p:cNvPr id="6" name="Kép 5" descr="A képen fekete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A6366AB-9FB5-7ED6-3B5C-83109537A7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342" y="5486017"/>
            <a:ext cx="3820058" cy="27435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192"/>
            <a:ext cx="651331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Projekt áttekintés &amp; fő funkciók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36796"/>
            <a:ext cx="883920" cy="546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197" y="2936796"/>
            <a:ext cx="1880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Dinamikus étlap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61197" y="3781544"/>
            <a:ext cx="18805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JavaScript-generált menü: akciós árak véletlenszerű sorsolása és valós idejű frissítés.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936796"/>
            <a:ext cx="883920" cy="5462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2685" y="2936796"/>
            <a:ext cx="188071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Oldalról becsúszó kosár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92685" y="4135874"/>
            <a:ext cx="188071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Hozzáadás, törlés, mennyiségkezelés és azonnali végösszeg-számítás animált UI-val.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936796"/>
            <a:ext cx="883920" cy="5462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4292" y="2936796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Többnyelvűség &amp; téma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24292" y="3781544"/>
            <a:ext cx="188071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 / EN / DE nyelvek és Dark / Light mód — a beállítások helyben tárolva.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936796"/>
            <a:ext cx="883920" cy="5462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55899" y="2936796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Bankkártyás fizetés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955899" y="3781544"/>
            <a:ext cx="188071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Egyszerű űrlap-validáció, </a:t>
            </a:r>
            <a:r>
              <a:rPr lang="en-US" sz="17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kártyatípus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felismerés</a:t>
            </a:r>
            <a:r>
              <a:rPr lang="hu-HU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15" name="Kép 14" descr="A képen fekete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EB2A5E3-1CE5-4C1C-CE0E-2A472C1E0EA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0342" y="6313289"/>
            <a:ext cx="3820058" cy="1916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3333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Legnagyobb kihívás: dinamikus asztaltérkép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30744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Kihívás: a székek száma és elrendezése vendégszámtól függően változik, és a foglalásokat szerver nélkül kell megőrizni. Cél: intuitív, vizuális térkép, ami tükrözi a valós asztalhelyzetet.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311354"/>
            <a:ext cx="4205168" cy="56068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59981" y="2000012"/>
            <a:ext cx="6980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Főbb technológiák &amp; megoldások 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559981" y="2793802"/>
            <a:ext cx="8284131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DOM-manipuláció: dinamikus elemek létrehozása document.createElement és innerHTML segítségével.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Adatstruktúrák: objektumok és tömbök a menü, kosár és lokalizáció kezelésére.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Eseménykezelés: eseményfigyelők a kosár, foglalás és nyelvváltás működtetésére.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LocalStorage: nyelv, téma és foglalások tartósítása JSON formátumban.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Űrlap validáció: mezőellenőrzés, kártyatípus felismerés az első számjegy alapján.</a:t>
            </a:r>
            <a:endParaRPr lang="en-US" sz="1750" dirty="0"/>
          </a:p>
        </p:txBody>
      </p:sp>
      <p:pic>
        <p:nvPicPr>
          <p:cNvPr id="5" name="Kép 4" descr="A képen fekete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BDA0B62-DB89-F40A-263D-897A1DC3BE6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342" y="5486017"/>
            <a:ext cx="3820058" cy="27435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44854"/>
            <a:ext cx="568523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CSS, dizájn és bővíthetőség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3551992"/>
            <a:ext cx="3664744" cy="2032754"/>
          </a:xfrm>
          <a:prstGeom prst="roundRect">
            <a:avLst>
              <a:gd name="adj" fmla="val 1674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2"/>
          <p:cNvSpPr/>
          <p:nvPr/>
        </p:nvSpPr>
        <p:spPr>
          <a:xfrm>
            <a:off x="6507004" y="3778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Reszponzív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4269224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Mobilbarát menü, sticky header és rugalmas grid + flexbox elrendezés.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551992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10398562" y="3778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Témaváltás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4269224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 változók és animált átváltás Dark/Light mód között.</a:t>
            </a:r>
            <a:endParaRPr lang="en-US" sz="1750" dirty="0"/>
          </a:p>
        </p:txBody>
      </p:sp>
      <p:pic>
        <p:nvPicPr>
          <p:cNvPr id="10" name="Kép 9" descr="A képen fekete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B8CC703-7290-C1C8-4F68-F8674D4B75A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342" y="6301978"/>
            <a:ext cx="3820058" cy="1927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31312"/>
            <a:ext cx="478547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Köszönjük a  figyelmet!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</Words>
  <Application>Microsoft Office PowerPoint</Application>
  <PresentationFormat>Egyéni</PresentationFormat>
  <Paragraphs>31</Paragraphs>
  <Slides>6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IBM Plex Sans Medium</vt:lpstr>
      <vt:lpstr>Arial</vt:lpstr>
      <vt:lpstr>Roboto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csut77@sulid.hu</cp:lastModifiedBy>
  <cp:revision>2</cp:revision>
  <dcterms:created xsi:type="dcterms:W3CDTF">2026-02-22T21:55:11Z</dcterms:created>
  <dcterms:modified xsi:type="dcterms:W3CDTF">2026-02-22T21:56:42Z</dcterms:modified>
</cp:coreProperties>
</file>